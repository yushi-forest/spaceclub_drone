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r>
              <a:t>学生が0から創る、日本初の屋内ドローンショー</a:t>
            </a:r>
          </a:p>
          <a:p>
            <a:r>
              <a:t>国際ドローン展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r>
              <a:t>東京理科大学 創域理工学部 宇宙クラブ</a:t>
            </a:r>
          </a:p>
          <a:p>
            <a:r>
              <a:t>🏆 全日本学生室内飛行ロボットコンテスト 全国4位</a:t>
            </a:r>
          </a:p>
        </p:txBody>
      </p:sp>
      <p:pic>
        <p:nvPicPr>
          <p:cNvPr id="4" name="Picture 3" descr="drone_show_hero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203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なぜ、「日本初」なのか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>
            <a:r>
              <a:t>学生が機体をゼロから設計・製作し、屋内ドローンショーとして完成させた事例は日本にまだ存在しません。</a:t>
            </a:r>
          </a:p>
          <a:p/>
          <a:p>
            <a:r>
              <a:t>・機体設計：フレームからFC・ESCまで部品選定・組立</a:t>
            </a:r>
          </a:p>
          <a:p>
            <a:r>
              <a:t>・ソフトウェア：ArduPilotベースの自律飛行開発</a:t>
            </a:r>
          </a:p>
          <a:p>
            <a:r>
              <a:t>・ショー演出：群制御・位置推定による3機編隊ショー</a:t>
            </a:r>
          </a:p>
        </p:txBody>
      </p:sp>
      <p:pic>
        <p:nvPicPr>
          <p:cNvPr id="4" name="Picture 3" descr="drone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宇宙クラブとは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>
            <a:r>
              <a:t>東京理科大学 創域理工学部に所属する学生団体。</a:t>
            </a:r>
          </a:p>
          <a:p>
            <a:r>
              <a:t>2023年設立以来、航空宇宙分野の実践を通じて次世代エンジニアを育成。</a:t>
            </a:r>
          </a:p>
          <a:p/>
          <a:p>
            <a:r>
              <a:t>・体制：35名（2年生4班・1年生2班）</a:t>
            </a:r>
          </a:p>
          <a:p>
            <a:r>
              <a:t>・開発手法：学部横断での技術連携、自作機体アプローチ</a:t>
            </a:r>
          </a:p>
        </p:txBody>
      </p:sp>
      <p:pic>
        <p:nvPicPr>
          <p:cNvPr id="4" name="Picture 3" descr="team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活動の変遷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・2023 設立：有翼ロケット研究支援を目的に発足。</a:t>
            </a:r>
          </a:p>
          <a:p>
            <a:r>
              <a:t>・2024 転換期：研究室移転に伴い方針転換。ヒコロボへ。</a:t>
            </a:r>
          </a:p>
          <a:p>
            <a:r>
              <a:t>・2025 実績：ビギナー部門 全国4位（理大記録樹立）</a:t>
            </a:r>
          </a:p>
          <a:p>
            <a:r>
              <a:t>・2026 挑戦：日本初の屋内ドローンショーに挑戦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コンテスト実績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>
            <a:r>
              <a:t>全日本学生室内飛行ロボットコンテスト</a:t>
            </a:r>
          </a:p>
          <a:p>
            <a:r>
              <a:t>ビギナー部門 全国4位（理大記録樹立）</a:t>
            </a:r>
          </a:p>
          <a:p/>
          <a:p>
            <a:r>
              <a:t>・機体の極限の軽量化と高機動性の両立</a:t>
            </a:r>
          </a:p>
          <a:p>
            <a:r>
              <a:t>・飛行の安定性と安全技術の確保</a:t>
            </a:r>
          </a:p>
        </p:txBody>
      </p:sp>
      <p:pic>
        <p:nvPicPr>
          <p:cNvPr id="4" name="Picture 3" descr="drone_show_hero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8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技術的課題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/>
          <a:lstStyle/>
          <a:p>
            <a:r>
              <a:t>・機体の超軽量化：推力重量比最適化と安全マージン</a:t>
            </a:r>
          </a:p>
          <a:p>
            <a:r>
              <a:t>・屋内での高精度位置推定：オプティカルフローとLiDAR</a:t>
            </a:r>
          </a:p>
          <a:p>
            <a:r>
              <a:t>・複数機の自律群制御：機体間の通信と衝突防止</a:t>
            </a:r>
          </a:p>
          <a:p>
            <a:r>
              <a:t>・安全機能の実装：プロペラガード設計とフェイルセーフ</a:t>
            </a:r>
          </a:p>
        </p:txBody>
      </p:sp>
      <p:pic>
        <p:nvPicPr>
          <p:cNvPr id="4" name="Picture 3" descr="drone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安全管理体制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コンテストで培ったノウハウを活用</a:t>
            </a:r>
          </a:p>
          <a:p/>
          <a:p>
            <a:r>
              <a:t>・ハードウェア安全：プロペラガード全機装着、軽量設計</a:t>
            </a:r>
          </a:p>
          <a:p>
            <a:r>
              <a:t>・運用安全：飛行エリアのネット設置、十分な距離確保</a:t>
            </a:r>
          </a:p>
          <a:p>
            <a:r>
              <a:t>・法令遵守：屋内飛行（航空法対象外）、施設管理者協議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r>
              <a:t>スポンサーシップのご提案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r>
              <a:t>次世代エンジニアの挑戦を、一緒に支えてください。</a:t>
            </a:r>
          </a:p>
        </p:txBody>
      </p:sp>
      <p:pic>
        <p:nvPicPr>
          <p:cNvPr id="4" name="Picture 3" descr="team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必要資金の内訳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年間必要予算（3機分・概算）： ¥200,000</a:t>
            </a:r>
          </a:p>
          <a:p/>
          <a:p>
            <a:r>
              <a:t>・機体パーツ（40%）：FC、ESC、モーター等</a:t>
            </a:r>
          </a:p>
          <a:p>
            <a:r>
              <a:t>・位置推定センサー（25%）：LiDAR等</a:t>
            </a:r>
          </a:p>
          <a:p>
            <a:r>
              <a:t>・通信機器（20%）：送受信機、Raspberry Pi等</a:t>
            </a:r>
          </a:p>
          <a:p>
            <a:r>
              <a:t>・予備費・その他（15%）：予備パーツ、交通費等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ご支援プラン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SILVERプラン（¥30,000〜）</a:t>
            </a:r>
          </a:p>
          <a:p>
            <a:pPr lvl="1"/>
            <a:r>
              <a:t>    SNS等ロゴ掲載 ・ 活動報告書の共有 ・ 理大祭招待</a:t>
            </a:r>
          </a:p>
          <a:p/>
          <a:p>
            <a:r>
              <a:t>■ GOLDプラン（¥70,000〜）</a:t>
            </a:r>
          </a:p>
          <a:p>
            <a:pPr lvl="1"/>
            <a:r>
              <a:t>    Silver特典 ＋ 機体ロゴ掲載 ・ 技術レポート ・ VIP席</a:t>
            </a:r>
          </a:p>
          <a:p/>
          <a:p>
            <a:r>
              <a:t>■ PLATINUMプラン（¥100,000〜）</a:t>
            </a:r>
          </a:p>
          <a:p>
            <a:pPr lvl="1"/>
            <a:r>
              <a:t>    Gold特典 ＋ 冠スポンサー ・ 交流会招待 ・ 採用活動支援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